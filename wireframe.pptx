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7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4" autoAdjust="0"/>
    <p:restoredTop sz="94660"/>
  </p:normalViewPr>
  <p:slideViewPr>
    <p:cSldViewPr snapToGrid="0">
      <p:cViewPr>
        <p:scale>
          <a:sx n="125" d="100"/>
          <a:sy n="125" d="100"/>
        </p:scale>
        <p:origin x="2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車戸　美月" userId="845055d1-5702-4422-b45e-c54d249afbad" providerId="ADAL" clId="{8495B987-6F2D-4F3F-83BF-132158668CD5}"/>
    <pc:docChg chg="undo redo custSel addSld delSld modSld modMainMaster">
      <pc:chgData name="車戸　美月" userId="845055d1-5702-4422-b45e-c54d249afbad" providerId="ADAL" clId="{8495B987-6F2D-4F3F-83BF-132158668CD5}" dt="2026-03-06T12:46:13.867" v="1114" actId="20577"/>
      <pc:docMkLst>
        <pc:docMk/>
      </pc:docMkLst>
      <pc:sldChg chg="addSp delSp modSp add mod">
        <pc:chgData name="車戸　美月" userId="845055d1-5702-4422-b45e-c54d249afbad" providerId="ADAL" clId="{8495B987-6F2D-4F3F-83BF-132158668CD5}" dt="2026-03-06T12:46:13.867" v="1114" actId="20577"/>
        <pc:sldMkLst>
          <pc:docMk/>
          <pc:sldMk cId="1013915519" sldId="257"/>
        </pc:sldMkLst>
        <pc:spChg chg="mod">
          <ac:chgData name="車戸　美月" userId="845055d1-5702-4422-b45e-c54d249afbad" providerId="ADAL" clId="{8495B987-6F2D-4F3F-83BF-132158668CD5}" dt="2026-03-05T22:39:13.353" v="530" actId="14100"/>
          <ac:spMkLst>
            <pc:docMk/>
            <pc:sldMk cId="1013915519" sldId="257"/>
            <ac:spMk id="2" creationId="{CB1F6105-D0FE-F090-5DFF-8CA1716D3821}"/>
          </ac:spMkLst>
        </pc:spChg>
        <pc:spChg chg="mod">
          <ac:chgData name="車戸　美月" userId="845055d1-5702-4422-b45e-c54d249afbad" providerId="ADAL" clId="{8495B987-6F2D-4F3F-83BF-132158668CD5}" dt="2026-03-05T23:12:28.737" v="935" actId="1076"/>
          <ac:spMkLst>
            <pc:docMk/>
            <pc:sldMk cId="1013915519" sldId="257"/>
            <ac:spMk id="4" creationId="{DB0B86BB-0BE7-04D1-AA1C-745E00493EDD}"/>
          </ac:spMkLst>
        </pc:spChg>
        <pc:spChg chg="mod">
          <ac:chgData name="車戸　美月" userId="845055d1-5702-4422-b45e-c54d249afbad" providerId="ADAL" clId="{8495B987-6F2D-4F3F-83BF-132158668CD5}" dt="2026-03-05T22:40:14.807" v="551" actId="404"/>
          <ac:spMkLst>
            <pc:docMk/>
            <pc:sldMk cId="1013915519" sldId="257"/>
            <ac:spMk id="5" creationId="{4C638D94-FC99-D8B7-041D-016A518A9C18}"/>
          </ac:spMkLst>
        </pc:spChg>
        <pc:spChg chg="add mod">
          <ac:chgData name="車戸　美月" userId="845055d1-5702-4422-b45e-c54d249afbad" providerId="ADAL" clId="{8495B987-6F2D-4F3F-83BF-132158668CD5}" dt="2026-03-05T22:43:26.109" v="598" actId="1076"/>
          <ac:spMkLst>
            <pc:docMk/>
            <pc:sldMk cId="1013915519" sldId="257"/>
            <ac:spMk id="6" creationId="{3C260747-4D12-33D2-E504-B457B50249E1}"/>
          </ac:spMkLst>
        </pc:spChg>
        <pc:spChg chg="mod">
          <ac:chgData name="車戸　美月" userId="845055d1-5702-4422-b45e-c54d249afbad" providerId="ADAL" clId="{8495B987-6F2D-4F3F-83BF-132158668CD5}" dt="2026-03-06T12:35:42.576" v="982" actId="1076"/>
          <ac:spMkLst>
            <pc:docMk/>
            <pc:sldMk cId="1013915519" sldId="257"/>
            <ac:spMk id="7" creationId="{DA96D6D0-C990-00C0-39BC-4D066F4BAC13}"/>
          </ac:spMkLst>
        </pc:spChg>
        <pc:spChg chg="mod">
          <ac:chgData name="車戸　美月" userId="845055d1-5702-4422-b45e-c54d249afbad" providerId="ADAL" clId="{8495B987-6F2D-4F3F-83BF-132158668CD5}" dt="2026-03-06T12:35:53.697" v="986" actId="20577"/>
          <ac:spMkLst>
            <pc:docMk/>
            <pc:sldMk cId="1013915519" sldId="257"/>
            <ac:spMk id="8" creationId="{35BDE5DA-A1E9-6BE8-68CF-2280FACD85EB}"/>
          </ac:spMkLst>
        </pc:spChg>
        <pc:spChg chg="mod">
          <ac:chgData name="車戸　美月" userId="845055d1-5702-4422-b45e-c54d249afbad" providerId="ADAL" clId="{8495B987-6F2D-4F3F-83BF-132158668CD5}" dt="2026-03-05T22:43:21.758" v="597" actId="1076"/>
          <ac:spMkLst>
            <pc:docMk/>
            <pc:sldMk cId="1013915519" sldId="257"/>
            <ac:spMk id="9" creationId="{8D5CD3E5-53FF-30E0-EC09-8665CA223484}"/>
          </ac:spMkLst>
        </pc:spChg>
        <pc:spChg chg="mod">
          <ac:chgData name="車戸　美月" userId="845055d1-5702-4422-b45e-c54d249afbad" providerId="ADAL" clId="{8495B987-6F2D-4F3F-83BF-132158668CD5}" dt="2026-03-05T22:41:55.033" v="567" actId="404"/>
          <ac:spMkLst>
            <pc:docMk/>
            <pc:sldMk cId="1013915519" sldId="257"/>
            <ac:spMk id="10" creationId="{C5A1DEC6-47D1-72E8-17EE-37BB99103629}"/>
          </ac:spMkLst>
        </pc:spChg>
        <pc:spChg chg="mod">
          <ac:chgData name="車戸　美月" userId="845055d1-5702-4422-b45e-c54d249afbad" providerId="ADAL" clId="{8495B987-6F2D-4F3F-83BF-132158668CD5}" dt="2026-03-05T22:42:08.628" v="570" actId="1076"/>
          <ac:spMkLst>
            <pc:docMk/>
            <pc:sldMk cId="1013915519" sldId="257"/>
            <ac:spMk id="11" creationId="{7368DAB2-855F-854F-886A-5F80973B50F1}"/>
          </ac:spMkLst>
        </pc:spChg>
        <pc:spChg chg="mod">
          <ac:chgData name="車戸　美月" userId="845055d1-5702-4422-b45e-c54d249afbad" providerId="ADAL" clId="{8495B987-6F2D-4F3F-83BF-132158668CD5}" dt="2026-03-06T12:35:42.576" v="982" actId="1076"/>
          <ac:spMkLst>
            <pc:docMk/>
            <pc:sldMk cId="1013915519" sldId="257"/>
            <ac:spMk id="12" creationId="{7DC7AE77-1016-559C-DF0E-632005F9E7DC}"/>
          </ac:spMkLst>
        </pc:spChg>
        <pc:spChg chg="add mod">
          <ac:chgData name="車戸　美月" userId="845055d1-5702-4422-b45e-c54d249afbad" providerId="ADAL" clId="{8495B987-6F2D-4F3F-83BF-132158668CD5}" dt="2026-03-06T12:35:42.576" v="982" actId="1076"/>
          <ac:spMkLst>
            <pc:docMk/>
            <pc:sldMk cId="1013915519" sldId="257"/>
            <ac:spMk id="13" creationId="{00929800-0300-9073-F42C-E603F7350CB7}"/>
          </ac:spMkLst>
        </pc:spChg>
        <pc:spChg chg="add mod">
          <ac:chgData name="車戸　美月" userId="845055d1-5702-4422-b45e-c54d249afbad" providerId="ADAL" clId="{8495B987-6F2D-4F3F-83BF-132158668CD5}" dt="2026-03-06T12:35:42.576" v="982" actId="1076"/>
          <ac:spMkLst>
            <pc:docMk/>
            <pc:sldMk cId="1013915519" sldId="257"/>
            <ac:spMk id="14" creationId="{E41C9561-9ECB-45B0-D1FB-2124830AC201}"/>
          </ac:spMkLst>
        </pc:spChg>
        <pc:spChg chg="add mod">
          <ac:chgData name="車戸　美月" userId="845055d1-5702-4422-b45e-c54d249afbad" providerId="ADAL" clId="{8495B987-6F2D-4F3F-83BF-132158668CD5}" dt="2026-03-06T12:35:42.576" v="982" actId="1076"/>
          <ac:spMkLst>
            <pc:docMk/>
            <pc:sldMk cId="1013915519" sldId="257"/>
            <ac:spMk id="15" creationId="{77009FFA-0FE5-B1FA-E7B6-0DF0C578AA03}"/>
          </ac:spMkLst>
        </pc:spChg>
        <pc:spChg chg="add mod">
          <ac:chgData name="車戸　美月" userId="845055d1-5702-4422-b45e-c54d249afbad" providerId="ADAL" clId="{8495B987-6F2D-4F3F-83BF-132158668CD5}" dt="2026-03-06T12:42:48.700" v="1064" actId="1076"/>
          <ac:spMkLst>
            <pc:docMk/>
            <pc:sldMk cId="1013915519" sldId="257"/>
            <ac:spMk id="16" creationId="{CCAAC3E4-6CDC-DAFC-0E24-A9C06D6C5C95}"/>
          </ac:spMkLst>
        </pc:spChg>
        <pc:spChg chg="add mod">
          <ac:chgData name="車戸　美月" userId="845055d1-5702-4422-b45e-c54d249afbad" providerId="ADAL" clId="{8495B987-6F2D-4F3F-83BF-132158668CD5}" dt="2026-03-06T12:42:48.700" v="1064" actId="1076"/>
          <ac:spMkLst>
            <pc:docMk/>
            <pc:sldMk cId="1013915519" sldId="257"/>
            <ac:spMk id="17" creationId="{7BA00FBB-91DF-52F6-5D08-6089CED41A2F}"/>
          </ac:spMkLst>
        </pc:spChg>
        <pc:spChg chg="add mod">
          <ac:chgData name="車戸　美月" userId="845055d1-5702-4422-b45e-c54d249afbad" providerId="ADAL" clId="{8495B987-6F2D-4F3F-83BF-132158668CD5}" dt="2026-03-06T12:45:43.581" v="1083" actId="207"/>
          <ac:spMkLst>
            <pc:docMk/>
            <pc:sldMk cId="1013915519" sldId="257"/>
            <ac:spMk id="18" creationId="{D69290D0-BB58-C922-08FC-B77AF3CA7D17}"/>
          </ac:spMkLst>
        </pc:spChg>
        <pc:spChg chg="add mod ord">
          <ac:chgData name="車戸　美月" userId="845055d1-5702-4422-b45e-c54d249afbad" providerId="ADAL" clId="{8495B987-6F2D-4F3F-83BF-132158668CD5}" dt="2026-03-06T12:36:35.076" v="995" actId="20577"/>
          <ac:spMkLst>
            <pc:docMk/>
            <pc:sldMk cId="1013915519" sldId="257"/>
            <ac:spMk id="20" creationId="{B6613351-CF89-08D0-2C03-21315ED9006D}"/>
          </ac:spMkLst>
        </pc:spChg>
        <pc:spChg chg="add mod">
          <ac:chgData name="車戸　美月" userId="845055d1-5702-4422-b45e-c54d249afbad" providerId="ADAL" clId="{8495B987-6F2D-4F3F-83BF-132158668CD5}" dt="2026-03-06T12:43:05.269" v="1067" actId="1076"/>
          <ac:spMkLst>
            <pc:docMk/>
            <pc:sldMk cId="1013915519" sldId="257"/>
            <ac:spMk id="21" creationId="{DD2E91FB-361E-4AF0-5EED-39410B3DFE33}"/>
          </ac:spMkLst>
        </pc:spChg>
        <pc:spChg chg="add mod">
          <ac:chgData name="車戸　美月" userId="845055d1-5702-4422-b45e-c54d249afbad" providerId="ADAL" clId="{8495B987-6F2D-4F3F-83BF-132158668CD5}" dt="2026-03-06T12:46:13.867" v="1114" actId="20577"/>
          <ac:spMkLst>
            <pc:docMk/>
            <pc:sldMk cId="1013915519" sldId="257"/>
            <ac:spMk id="22" creationId="{5E5D86D9-A935-DAC2-CD9B-F6E8932DD512}"/>
          </ac:spMkLst>
        </pc:spChg>
        <pc:spChg chg="add mod">
          <ac:chgData name="車戸　美月" userId="845055d1-5702-4422-b45e-c54d249afbad" providerId="ADAL" clId="{8495B987-6F2D-4F3F-83BF-132158668CD5}" dt="2026-03-05T23:13:42.910" v="979" actId="404"/>
          <ac:spMkLst>
            <pc:docMk/>
            <pc:sldMk cId="1013915519" sldId="257"/>
            <ac:spMk id="23" creationId="{24641F41-D1A0-6E42-8060-0379813204B6}"/>
          </ac:spMkLst>
        </pc:spChg>
      </pc:sldChg>
    </pc:docChg>
  </pc:docChgLst>
  <pc:docChgLst>
    <pc:chgData name="Hiroki KASUYA" userId="S::hiroki.kasuya@efrei.net::766d1a58-850f-4df8-8745-6f900cd5d725" providerId="AD" clId="Web-{332A5D7C-1606-14CD-7D81-8975DF52BA1C}"/>
    <pc:docChg chg="mod">
      <pc:chgData name="Hiroki KASUYA" userId="S::hiroki.kasuya@efrei.net::766d1a58-850f-4df8-8745-6f900cd5d725" providerId="AD" clId="Web-{332A5D7C-1606-14CD-7D81-8975DF52BA1C}" dt="2026-03-09T10:44:45.390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03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52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45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783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04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14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7672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91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638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44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488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5C306-4EE9-4F6D-97CD-A03A2314875E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63CD8-4BCF-49E6-A0DD-E7AC1BFD35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1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4942-4768-F9C6-C811-75E9BB57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6613351-CF89-08D0-2C03-21315ED9006D}"/>
              </a:ext>
            </a:extLst>
          </p:cNvPr>
          <p:cNvSpPr txBox="1"/>
          <p:nvPr/>
        </p:nvSpPr>
        <p:spPr>
          <a:xfrm>
            <a:off x="992727" y="5453652"/>
            <a:ext cx="5333918" cy="35394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Reviews</a:t>
            </a:r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  <a:p>
            <a:endParaRPr kumimoji="1" lang="en-US" altLang="ja-JP" sz="1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638D94-FC99-D8B7-041D-016A518A9C18}"/>
              </a:ext>
            </a:extLst>
          </p:cNvPr>
          <p:cNvSpPr txBox="1"/>
          <p:nvPr/>
        </p:nvSpPr>
        <p:spPr>
          <a:xfrm>
            <a:off x="992728" y="265430"/>
            <a:ext cx="2172503" cy="141577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endParaRPr kumimoji="1" lang="en-US" altLang="ja-JP" dirty="0"/>
          </a:p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Picture of the food</a:t>
            </a:r>
            <a:endParaRPr kumimoji="1" lang="en-US" altLang="ja-JP" sz="1200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96D6D0-C990-00C0-39BC-4D066F4BAC13}"/>
              </a:ext>
            </a:extLst>
          </p:cNvPr>
          <p:cNvSpPr txBox="1"/>
          <p:nvPr/>
        </p:nvSpPr>
        <p:spPr>
          <a:xfrm>
            <a:off x="992727" y="1808670"/>
            <a:ext cx="2517915" cy="16004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1400" dirty="0"/>
              <a:t>Ingredients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  <a:endParaRPr kumimoji="1" lang="ja-JP" altLang="en-US" sz="1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5BDE5DA-A1E9-6BE8-68CF-2280FACD85EB}"/>
              </a:ext>
            </a:extLst>
          </p:cNvPr>
          <p:cNvSpPr txBox="1"/>
          <p:nvPr/>
        </p:nvSpPr>
        <p:spPr>
          <a:xfrm>
            <a:off x="992727" y="3536576"/>
            <a:ext cx="53339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How to cook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sz="1400" dirty="0"/>
              <a:t>first process</a:t>
            </a:r>
            <a:br>
              <a:rPr kumimoji="1" lang="en-US" altLang="ja-JP" sz="1400" dirty="0"/>
            </a:br>
            <a:r>
              <a:rPr kumimoji="1" lang="en-US" altLang="ja-JP" sz="1400" dirty="0">
                <a:solidFill>
                  <a:schemeClr val="bg1">
                    <a:lumMod val="65000"/>
                  </a:schemeClr>
                </a:solidFill>
              </a:rPr>
              <a:t>details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sz="1400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ja-JP" sz="1400" dirty="0"/>
          </a:p>
          <a:p>
            <a:pPr marL="342900" indent="-342900">
              <a:buFont typeface="+mj-lt"/>
              <a:buAutoNum type="arabicPeriod"/>
            </a:pPr>
            <a:endParaRPr kumimoji="1" lang="en-US" altLang="ja-JP" sz="1400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sz="1400" dirty="0"/>
              <a:t> </a:t>
            </a:r>
            <a:br>
              <a:rPr kumimoji="1" lang="en-US" altLang="ja-JP" sz="1400" dirty="0"/>
            </a:br>
            <a:br>
              <a:rPr kumimoji="1" lang="en-US" altLang="ja-JP" sz="1400" dirty="0"/>
            </a:br>
            <a:r>
              <a:rPr kumimoji="1" lang="en-US" altLang="ja-JP" sz="1400" dirty="0"/>
              <a:t> </a:t>
            </a:r>
            <a:endParaRPr kumimoji="1" lang="ja-JP" altLang="en-US" sz="1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D5CD3E5-53FF-30E0-EC09-8665CA223484}"/>
              </a:ext>
            </a:extLst>
          </p:cNvPr>
          <p:cNvSpPr txBox="1"/>
          <p:nvPr/>
        </p:nvSpPr>
        <p:spPr>
          <a:xfrm>
            <a:off x="3304517" y="444606"/>
            <a:ext cx="346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Title of the food and recipe description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A1DEC6-47D1-72E8-17EE-37BB99103629}"/>
              </a:ext>
            </a:extLst>
          </p:cNvPr>
          <p:cNvSpPr txBox="1"/>
          <p:nvPr/>
        </p:nvSpPr>
        <p:spPr>
          <a:xfrm>
            <a:off x="3304517" y="265430"/>
            <a:ext cx="2722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Country</a:t>
            </a:r>
            <a:endParaRPr kumimoji="1" lang="ja-JP" altLang="en-US" sz="1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368DAB2-855F-854F-886A-5F80973B50F1}"/>
              </a:ext>
            </a:extLst>
          </p:cNvPr>
          <p:cNvSpPr txBox="1"/>
          <p:nvPr/>
        </p:nvSpPr>
        <p:spPr>
          <a:xfrm>
            <a:off x="3304517" y="1461299"/>
            <a:ext cx="2661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number of likes</a:t>
            </a:r>
            <a:endParaRPr kumimoji="1" lang="ja-JP" altLang="en-US" sz="12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CB1F6105-D0FE-F090-5DFF-8CA1716D3821}"/>
              </a:ext>
            </a:extLst>
          </p:cNvPr>
          <p:cNvSpPr/>
          <p:nvPr/>
        </p:nvSpPr>
        <p:spPr>
          <a:xfrm>
            <a:off x="175111" y="265430"/>
            <a:ext cx="678331" cy="64633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0B86BB-0BE7-04D1-AA1C-745E00493EDD}"/>
              </a:ext>
            </a:extLst>
          </p:cNvPr>
          <p:cNvSpPr txBox="1"/>
          <p:nvPr/>
        </p:nvSpPr>
        <p:spPr>
          <a:xfrm>
            <a:off x="224023" y="265431"/>
            <a:ext cx="985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</a:rPr>
              <a:t>LOGO</a:t>
            </a:r>
          </a:p>
          <a:p>
            <a:r>
              <a:rPr kumimoji="1" lang="en-US" altLang="ja-JP" sz="1200" dirty="0">
                <a:solidFill>
                  <a:schemeClr val="bg1"/>
                </a:solidFill>
              </a:rPr>
              <a:t>(back to home)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C7AE77-1016-559C-DF0E-632005F9E7DC}"/>
              </a:ext>
            </a:extLst>
          </p:cNvPr>
          <p:cNvSpPr txBox="1"/>
          <p:nvPr/>
        </p:nvSpPr>
        <p:spPr>
          <a:xfrm>
            <a:off x="3808730" y="1808670"/>
            <a:ext cx="2517915" cy="16004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1400" dirty="0"/>
              <a:t>Substitute Ingredients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  <a:br>
              <a:rPr kumimoji="1" lang="en-US" altLang="ja-JP" sz="1400" dirty="0"/>
            </a:br>
            <a:endParaRPr kumimoji="1"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/>
              <a:t> </a:t>
            </a:r>
            <a:endParaRPr kumimoji="1" lang="ja-JP" altLang="en-US" sz="1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C260747-4D12-33D2-E504-B457B50249E1}"/>
              </a:ext>
            </a:extLst>
          </p:cNvPr>
          <p:cNvSpPr txBox="1"/>
          <p:nvPr/>
        </p:nvSpPr>
        <p:spPr>
          <a:xfrm>
            <a:off x="3304517" y="1019889"/>
            <a:ext cx="2661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author</a:t>
            </a:r>
            <a:endParaRPr kumimoji="1" lang="ja-JP" altLang="en-US" sz="1200" dirty="0"/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00929800-0300-9073-F42C-E603F7350CB7}"/>
              </a:ext>
            </a:extLst>
          </p:cNvPr>
          <p:cNvSpPr/>
          <p:nvPr/>
        </p:nvSpPr>
        <p:spPr>
          <a:xfrm rot="5400000">
            <a:off x="3560205" y="2106292"/>
            <a:ext cx="187779" cy="8442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E41C9561-9ECB-45B0-D1FB-2124830AC201}"/>
              </a:ext>
            </a:extLst>
          </p:cNvPr>
          <p:cNvSpPr/>
          <p:nvPr/>
        </p:nvSpPr>
        <p:spPr>
          <a:xfrm rot="5400000">
            <a:off x="3560204" y="2538702"/>
            <a:ext cx="187779" cy="8442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77009FFA-0FE5-B1FA-E7B6-0DF0C578AA03}"/>
              </a:ext>
            </a:extLst>
          </p:cNvPr>
          <p:cNvSpPr/>
          <p:nvPr/>
        </p:nvSpPr>
        <p:spPr>
          <a:xfrm rot="5400000">
            <a:off x="3560203" y="3164789"/>
            <a:ext cx="187779" cy="8442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CAAC3E4-6CDC-DAFC-0E24-A9C06D6C5C95}"/>
              </a:ext>
            </a:extLst>
          </p:cNvPr>
          <p:cNvSpPr txBox="1"/>
          <p:nvPr/>
        </p:nvSpPr>
        <p:spPr>
          <a:xfrm>
            <a:off x="1338138" y="5737173"/>
            <a:ext cx="2172504" cy="13849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1400" dirty="0"/>
              <a:t>Review of the recipe 1</a:t>
            </a:r>
          </a:p>
          <a:p>
            <a:r>
              <a:rPr kumimoji="1" lang="en-US" altLang="ja-JP" sz="1400" dirty="0">
                <a:solidFill>
                  <a:schemeClr val="bg1">
                    <a:lumMod val="65000"/>
                  </a:schemeClr>
                </a:solidFill>
              </a:rPr>
              <a:t>How it was</a:t>
            </a:r>
          </a:p>
          <a:p>
            <a:endParaRPr kumimoji="1" lang="en-US" altLang="ja-JP" sz="1400" dirty="0">
              <a:solidFill>
                <a:schemeClr val="bg1">
                  <a:lumMod val="65000"/>
                </a:schemeClr>
              </a:solidFill>
            </a:endParaRPr>
          </a:p>
          <a:p>
            <a:endParaRPr kumimoji="1" lang="en-US" altLang="ja-JP" sz="1400" dirty="0">
              <a:solidFill>
                <a:schemeClr val="bg1">
                  <a:lumMod val="65000"/>
                </a:schemeClr>
              </a:solidFill>
            </a:endParaRPr>
          </a:p>
          <a:p>
            <a:endParaRPr kumimoji="1" lang="en-US" altLang="ja-JP" sz="1400" dirty="0">
              <a:solidFill>
                <a:schemeClr val="bg1">
                  <a:lumMod val="65000"/>
                </a:schemeClr>
              </a:solidFill>
            </a:endParaRPr>
          </a:p>
          <a:p>
            <a:endParaRPr kumimoji="1" lang="en-US" altLang="ja-JP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BA00FBB-91DF-52F6-5D08-6089CED41A2F}"/>
              </a:ext>
            </a:extLst>
          </p:cNvPr>
          <p:cNvSpPr txBox="1"/>
          <p:nvPr/>
        </p:nvSpPr>
        <p:spPr>
          <a:xfrm>
            <a:off x="3808730" y="5737172"/>
            <a:ext cx="2172504" cy="13849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1400" dirty="0"/>
              <a:t>Review of the recipe 2</a:t>
            </a:r>
          </a:p>
          <a:p>
            <a:r>
              <a:rPr kumimoji="1" lang="en-US" altLang="ja-JP" sz="1400" dirty="0">
                <a:solidFill>
                  <a:schemeClr val="bg1">
                    <a:lumMod val="65000"/>
                  </a:schemeClr>
                </a:solidFill>
              </a:rPr>
              <a:t>How it was</a:t>
            </a:r>
          </a:p>
          <a:p>
            <a:endParaRPr kumimoji="1" lang="en-US" altLang="ja-JP" sz="1400" dirty="0">
              <a:solidFill>
                <a:schemeClr val="bg1">
                  <a:lumMod val="65000"/>
                </a:schemeClr>
              </a:solidFill>
            </a:endParaRPr>
          </a:p>
          <a:p>
            <a:endParaRPr kumimoji="1" lang="en-US" altLang="ja-JP" sz="1400" dirty="0">
              <a:solidFill>
                <a:schemeClr val="bg1">
                  <a:lumMod val="65000"/>
                </a:schemeClr>
              </a:solidFill>
            </a:endParaRPr>
          </a:p>
          <a:p>
            <a:endParaRPr kumimoji="1" lang="en-US" altLang="ja-JP" sz="1400" dirty="0">
              <a:solidFill>
                <a:schemeClr val="bg1">
                  <a:lumMod val="65000"/>
                </a:schemeClr>
              </a:solidFill>
            </a:endParaRPr>
          </a:p>
          <a:p>
            <a:endParaRPr kumimoji="1" lang="en-US" altLang="ja-JP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D2E91FB-361E-4AF0-5EED-39410B3DFE33}"/>
              </a:ext>
            </a:extLst>
          </p:cNvPr>
          <p:cNvSpPr txBox="1"/>
          <p:nvPr/>
        </p:nvSpPr>
        <p:spPr>
          <a:xfrm>
            <a:off x="1338138" y="7254140"/>
            <a:ext cx="4643096" cy="26161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author</a:t>
            </a:r>
            <a:endParaRPr kumimoji="1" lang="en-US" altLang="ja-JP" sz="1100" dirty="0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4641F41-D1A0-6E42-8060-0379813204B6}"/>
              </a:ext>
            </a:extLst>
          </p:cNvPr>
          <p:cNvSpPr txBox="1"/>
          <p:nvPr/>
        </p:nvSpPr>
        <p:spPr>
          <a:xfrm>
            <a:off x="138664" y="1031060"/>
            <a:ext cx="752899" cy="41549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700" dirty="0">
                <a:solidFill>
                  <a:schemeClr val="bg1"/>
                </a:solidFill>
              </a:rPr>
              <a:t>back</a:t>
            </a:r>
          </a:p>
          <a:p>
            <a:r>
              <a:rPr kumimoji="1" lang="en-US" altLang="ja-JP" sz="700" dirty="0">
                <a:solidFill>
                  <a:schemeClr val="bg1"/>
                </a:solidFill>
              </a:rPr>
              <a:t>(go to ranking page)</a:t>
            </a:r>
            <a:endParaRPr kumimoji="1" lang="ja-JP" altLang="en-US" sz="700" dirty="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69290D0-BB58-C922-08FC-B77AF3CA7D17}"/>
              </a:ext>
            </a:extLst>
          </p:cNvPr>
          <p:cNvSpPr txBox="1"/>
          <p:nvPr/>
        </p:nvSpPr>
        <p:spPr>
          <a:xfrm>
            <a:off x="1338138" y="7599223"/>
            <a:ext cx="4643096" cy="26161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evaluation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5D86D9-A935-DAC2-CD9B-F6E8932DD512}"/>
              </a:ext>
            </a:extLst>
          </p:cNvPr>
          <p:cNvSpPr txBox="1"/>
          <p:nvPr/>
        </p:nvSpPr>
        <p:spPr>
          <a:xfrm>
            <a:off x="1338138" y="7953667"/>
            <a:ext cx="4643096" cy="938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Comments</a:t>
            </a:r>
          </a:p>
          <a:p>
            <a:endParaRPr kumimoji="1" lang="en-US" altLang="ja-JP" sz="1100" dirty="0"/>
          </a:p>
          <a:p>
            <a:endParaRPr kumimoji="1" lang="en-US" altLang="ja-JP" sz="1100" dirty="0"/>
          </a:p>
          <a:p>
            <a:endParaRPr kumimoji="1" lang="en-US" altLang="ja-JP" sz="1100" dirty="0"/>
          </a:p>
          <a:p>
            <a:endParaRPr kumimoji="1" lang="en-US" altLang="ja-JP" sz="1100" dirty="0"/>
          </a:p>
        </p:txBody>
      </p:sp>
    </p:spTree>
    <p:extLst>
      <p:ext uri="{BB962C8B-B14F-4D97-AF65-F5344CB8AC3E}">
        <p14:creationId xmlns:p14="http://schemas.microsoft.com/office/powerpoint/2010/main" val="1013915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aa96db-c723-4d77-b17f-82cf1eb79ca9" xsi:nil="true"/>
    <lcf76f155ced4ddcb4097134ff3c332f xmlns="0a9c77b1-aa97-473d-82f5-ccbfb065002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E7F93BD9557A45AB0E0F54E02EE735" ma:contentTypeVersion="10" ma:contentTypeDescription="Crée un document." ma:contentTypeScope="" ma:versionID="c9912107abf24d29cb9d27ed44d6de88">
  <xsd:schema xmlns:xsd="http://www.w3.org/2001/XMLSchema" xmlns:xs="http://www.w3.org/2001/XMLSchema" xmlns:p="http://schemas.microsoft.com/office/2006/metadata/properties" xmlns:ns2="0a9c77b1-aa97-473d-82f5-ccbfb0650027" xmlns:ns3="81aa96db-c723-4d77-b17f-82cf1eb79ca9" targetNamespace="http://schemas.microsoft.com/office/2006/metadata/properties" ma:root="true" ma:fieldsID="9bc692bb4817c81e862ceea16ec8bdd3" ns2:_="" ns3:_="">
    <xsd:import namespace="0a9c77b1-aa97-473d-82f5-ccbfb0650027"/>
    <xsd:import namespace="81aa96db-c723-4d77-b17f-82cf1eb79c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c77b1-aa97-473d-82f5-ccbfb06500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f809d85-0f24-42ce-a366-0efc0a589b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aa96db-c723-4d77-b17f-82cf1eb79c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58b962-6752-49ee-8155-c6de37786329}" ma:internalName="TaxCatchAll" ma:showField="CatchAllData" ma:web="81aa96db-c723-4d77-b17f-82cf1eb79c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80D097-24C7-4439-ACF7-7BF5875A132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A536FF4-4282-447C-88FE-71524B2DB2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6E1991-9B8D-415A-AE09-213A19101CC2}"/>
</file>

<file path=docMetadata/LabelInfo.xml><?xml version="1.0" encoding="utf-8"?>
<clbl:labelList xmlns:clbl="http://schemas.microsoft.com/office/2020/mipLabelMetadata">
  <clbl:label id="{41e161d0-5b65-430f-b842-a438aa5f1fd2}" enabled="0" method="" siteId="{41e161d0-5b65-430f-b842-a438aa5f1f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74</Words>
  <Application>Microsoft Office PowerPoint</Application>
  <PresentationFormat>画面に合わせる (4:3)</PresentationFormat>
  <Paragraphs>57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車戸　美月</dc:creator>
  <cp:lastModifiedBy>車戸　美月</cp:lastModifiedBy>
  <cp:revision>2</cp:revision>
  <dcterms:created xsi:type="dcterms:W3CDTF">2026-03-05T14:40:39Z</dcterms:created>
  <dcterms:modified xsi:type="dcterms:W3CDTF">2026-03-09T10:44:45Z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0x010100F7E7F93BD9557A45AB0E0F54E02EE735</vt:lpwstr>
  </property>
  <property fmtid="{D5CDD505-2E9C-101B-9397-08002B2CF9AE}" pid="3" name="MSIP_Label_47e7dfc5-2bf4-4a75-8664-2dc4b3bb1d09_Enabled">
    <vt:lpwstr>true</vt:lpwstr>
  </property>
  <property fmtid="{D5CDD505-2E9C-101B-9397-08002B2CF9AE}" pid="4" name="MSIP_Label_47e7dfc5-2bf4-4a75-8664-2dc4b3bb1d09_SetDate">
    <vt:lpwstr>2026-03-09T10:44:45Z</vt:lpwstr>
  </property>
  <property fmtid="{D5CDD505-2E9C-101B-9397-08002B2CF9AE}" pid="5" name="MSIP_Label_47e7dfc5-2bf4-4a75-8664-2dc4b3bb1d09_Method">
    <vt:lpwstr>Standard</vt:lpwstr>
  </property>
  <property fmtid="{D5CDD505-2E9C-101B-9397-08002B2CF9AE}" pid="6" name="MSIP_Label_47e7dfc5-2bf4-4a75-8664-2dc4b3bb1d09_Name">
    <vt:lpwstr>defa4170-0d19-0005-0004-bc88714345d2</vt:lpwstr>
  </property>
  <property fmtid="{D5CDD505-2E9C-101B-9397-08002B2CF9AE}" pid="7" name="MSIP_Label_47e7dfc5-2bf4-4a75-8664-2dc4b3bb1d09_SiteId">
    <vt:lpwstr>413600cf-bd4e-4c7c-8a61-69e73cddf731</vt:lpwstr>
  </property>
  <property fmtid="{D5CDD505-2E9C-101B-9397-08002B2CF9AE}" pid="8" name="MSIP_Label_47e7dfc5-2bf4-4a75-8664-2dc4b3bb1d09_ActionId">
    <vt:lpwstr>17deb328-4867-47e7-ab39-630c4b09b0b9</vt:lpwstr>
  </property>
  <property fmtid="{D5CDD505-2E9C-101B-9397-08002B2CF9AE}" pid="9" name="MSIP_Label_47e7dfc5-2bf4-4a75-8664-2dc4b3bb1d09_ContentBits">
    <vt:lpwstr>0</vt:lpwstr>
  </property>
  <property fmtid="{D5CDD505-2E9C-101B-9397-08002B2CF9AE}" pid="10" name="MSIP_Label_47e7dfc5-2bf4-4a75-8664-2dc4b3bb1d09_Tag">
    <vt:lpwstr>10, 3, 0, 2</vt:lpwstr>
  </property>
</Properties>
</file>